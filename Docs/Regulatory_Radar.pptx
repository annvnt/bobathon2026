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rad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REGULATORY RADAR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66928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compliance, watched automatically.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6692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pPr algn="l" indent="0" marL="0">
              <a:buNone/>
            </a:pPr>
            <a:r>
              <a:rPr lang="en-US" sz="160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pPr algn="l" indent="0" marL="0">
              <a:buNone/>
            </a:pPr>
            <a:r>
              <a:rPr lang="en-US" sz="160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pPr algn="l" indent="0" marL="0">
              <a:buNone/>
            </a:pPr>
            <a:r>
              <a:rPr lang="en-US" sz="160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partnership with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" y="5532120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pic>
        <p:nvPicPr>
          <p:cNvPr id="8" name="Image 1" descr="assets/gdg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678424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12848" y="5532120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pic>
        <p:nvPicPr>
          <p:cNvPr id="10" name="Image 2" descr="assets/ib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678424"/>
            <a:ext cx="1316736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858768" y="553212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pic>
        <p:nvPicPr>
          <p:cNvPr id="12" name="Image 3" descr="assets/ecocomp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5678424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Still shipping micro-USB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EU products. One law already in force. No grace period.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/>
        </p:spPr>
      </p:sp>
      <p:pic>
        <p:nvPicPr>
          <p:cNvPr id="6" name="Image 0" descr="assets/ic_plug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9572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micro_usb</a:t>
            </a:r>
            <a:endParaRPr lang="en-US" sz="17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2377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6FAF6"/>
          </a:solidFill>
          <a:ln/>
        </p:spPr>
      </p:sp>
      <p:pic>
        <p:nvPicPr>
          <p:cNvPr id="10" name="Image 1" descr="assets/ic_plug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9572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Type-C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6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IEC 62680-1-3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3200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HomePulse Smart GmbH 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HomeHub Controller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P005-B  ·  micro_usb  ·  EU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77640" y="3429000"/>
            <a:ext cx="3200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20624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KidVision Cams SARL 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062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LittleView Baby Monitor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2062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P022-A  ·  micro_usb  ·  EU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635240" y="21488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0A1A3F"/>
          </a:solidFill>
          <a:ln/>
        </p:spPr>
      </p:sp>
      <p:sp>
        <p:nvSpPr>
          <p:cNvPr id="21" name="Text 17"/>
          <p:cNvSpPr/>
          <p:nvPr/>
        </p:nvSpPr>
        <p:spPr>
          <a:xfrm>
            <a:off x="78638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63840" y="26060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FuAG § 4 (4)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national law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2014/53/EU · Annex Ia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radio equipment directive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66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(EU) 2022/2380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Type-C mandate · since 28 Dec 2024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Regulations change faster than anyone can read them.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56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€100k+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fines per market for a single non-compliant producer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2240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Market ban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9768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barred from the EU with no grace period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2240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Delisted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listings suspended, lasting brand damage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214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800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EcoComply does this by hand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whole loop — monitor, understand, match, alert.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radar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automated loop, every week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868680" cy="86868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7" name="Image 0" descr="assets/ic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79806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live rules from EUR-Lex, ECHA, national registers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36392" y="28346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447288" y="192024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75888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75888" y="2606040"/>
            <a:ext cx="868680" cy="86868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4" name="Image 1" descr="assets/ic_underst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798064"/>
            <a:ext cx="484632" cy="4846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75888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75888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reads each rule into structured data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35040" y="28346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45936" y="192024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74536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74536" y="2606040"/>
            <a:ext cx="868680" cy="86868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1" name="Image 2" descr="assets/ic_m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98064"/>
            <a:ext cx="484632" cy="4846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4536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74536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rules to each product's attributes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933688" y="28346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9244584" y="192024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473184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473184" y="2606040"/>
            <a:ext cx="868680" cy="86868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8" name="Image 3" descr="assets/ic_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798064"/>
            <a:ext cx="484632" cy="4846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73184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473184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 real notification with the fix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</a:t>
            </a:r>
            <a:pPr algn="l" indent="0" marL="0">
              <a:buNone/>
            </a:pPr>
            <a:r>
              <a:rPr lang="en-US" sz="12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extraction, reasoning &amp; the in-app assistant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two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5" name="Image 0" descr="assets/ic_shie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840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EcoComply admin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everything. Miss nothing. Prove every call.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matrix — companies × regulations, worst-first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 — approve uncertain gaps before they fire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— rule → source → product → alert, exportable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1B4DFF"/>
          </a:solidFill>
          <a:ln/>
        </p:spPr>
      </p:sp>
      <p:pic>
        <p:nvPicPr>
          <p:cNvPr id="11" name="Image 1" descr="assets/ic_bot_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4768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company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what's wrong, and exactly what to do.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29718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action checklist — the exact steps, in order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+ urgency — how bad, and how fast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— answers "what do I do?" for your product</a:t>
            </a:r>
            <a:endParaRPr lang="en-US" sz="1300" dirty="0"/>
          </a:p>
          <a:p>
            <a:pPr algn="l" marL="177800" indent="-177800">
              <a:buSzPct val="100000"/>
              <a:buChar char="•"/>
            </a:pPr>
            <a:r>
              <a:rPr lang="en-US" sz="130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in days — not an abstract date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brief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THEY'LL TRUST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show what doesn't apply — and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pic>
        <p:nvPicPr>
          <p:cNvPr id="5" name="Image 0" descr="assets/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HomeHub Controller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micro_usb  ·  sells in EU  ·  radio equipment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→ USB-C required → alert fired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6FAF6"/>
          </a:solidFill>
          <a:ln/>
          <a:effectLst>
            <a:outerShdw sx="100000" sy="100000" kx="0" ky="0" algn="bl" rotWithShape="0" blurRad="127000" dist="38100" dir="5400000">
              <a:srgbClr val="0A1A3F">
                <a:alpha val="10000"/>
              </a:srgbClr>
            </a:outerShdw>
          </a:effectLst>
        </p:spPr>
      </p:sp>
      <p:pic>
        <p:nvPicPr>
          <p:cNvPr id="10" name="Image 1" descr="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86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look-alike product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micro_usb  ·  sells outside the EU only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check fails → not in scope → no false alarm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Reasoning, not keyword matching. That's what a compliance team can hand to a client.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live proof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mock. Not a recording.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122145"/>
          </a:solidFill>
          <a:ln/>
        </p:spPr>
      </p:sp>
      <p:pic>
        <p:nvPicPr>
          <p:cNvPr id="5" name="Image 0" descr="assets/ic_underst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0574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745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+ extract   </a:t>
            </a:r>
            <a:pPr algn="l" indent="0" marL="0"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FuAG §4 and Directive 2022/2380 live — IBM Bob returns structured JSON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834640"/>
            <a:ext cx="566928" cy="566928"/>
          </a:xfrm>
          <a:prstGeom prst="ellipse">
            <a:avLst/>
          </a:prstGeom>
          <a:solidFill>
            <a:srgbClr val="122145"/>
          </a:solidFill>
          <a:ln/>
        </p:spPr>
      </p:sp>
      <p:pic>
        <p:nvPicPr>
          <p:cNvPr id="8" name="Image 1" descr="assets/ic_mat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9718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7889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  </a:t>
            </a:r>
            <a:pPr algn="l" indent="0" marL="0"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micro_usb → USB-C required since Dec 2024 → flagged critical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122145"/>
          </a:solidFill>
          <a:ln/>
        </p:spPr>
      </p:sp>
      <p:pic>
        <p:nvPicPr>
          <p:cNvPr id="11" name="Image 2" descr="assets/ic_whatsap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38862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3703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  </a:t>
            </a:r>
            <a:pPr algn="l" indent="0" marL="0"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WhatsApp message lands on a phone — gap, fix, source link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731520" y="4663440"/>
            <a:ext cx="566928" cy="566928"/>
          </a:xfrm>
          <a:prstGeom prst="ellipse">
            <a:avLst/>
          </a:prstGeom>
          <a:solidFill>
            <a:srgbClr val="122145"/>
          </a:solidFill>
          <a:ln/>
        </p:spPr>
      </p:sp>
      <p:pic>
        <p:nvPicPr>
          <p:cNvPr id="14" name="Image 3" descr="assets/ic_che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" y="48006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6177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surprise   </a:t>
            </a:r>
            <a:pPr algn="l" indent="0" marL="0">
              <a:buNone/>
            </a:pPr>
            <a:r>
              <a:rPr lang="en-US" sz="1300" dirty="0">
                <a:solidFill>
                  <a:srgbClr val="A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look-alike sold outside the EU is correctly cleared — reason on screen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8696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the moment that wins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pPr algn="l" indent="0" marL="0">
              <a:buNone/>
            </a:pPr>
            <a:r>
              <a:rPr lang="en-US" sz="900" dirty="0">
                <a:solidFill>
                  <a:srgbClr val="E3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GenAI Builders Day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rad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0972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regulation. One real gap.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3154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alert on a real phone. </a:t>
            </a:r>
            <a:pPr algn="ctr" indent="0" marL="0">
              <a:buNone/>
            </a:pPr>
            <a:r>
              <a:rPr lang="en-US" sz="3600" b="1" dirty="0">
                <a:solidFill>
                  <a:srgbClr val="1B4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false positive caught.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8A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Radar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37560" y="5212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1" descr="assets/gdg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5367528"/>
            <a:ext cx="557784" cy="5577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66360" y="5212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9" name="Image 2" descr="assets/ib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59" y="5367528"/>
            <a:ext cx="1338682" cy="55778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95160" y="5212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1" name="Image 3" descr="assets/ecocomp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668" y="5367528"/>
            <a:ext cx="557784" cy="55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Radar</dc:title>
  <dc:subject>PptxGenJS Presentation</dc:subject>
  <dc:creator>Team Regulatory Radar</dc:creator>
  <cp:lastModifiedBy>Team Regulatory Radar</cp:lastModifiedBy>
  <cp:revision>1</cp:revision>
  <dcterms:created xsi:type="dcterms:W3CDTF">2026-06-26T13:24:09Z</dcterms:created>
  <dcterms:modified xsi:type="dcterms:W3CDTF">2026-06-26T13:24:09Z</dcterms:modified>
</cp:coreProperties>
</file>